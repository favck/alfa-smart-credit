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c8effb91e7454a" /><Relationship Type="http://schemas.openxmlformats.org/officeDocument/2006/relationships/extended-properties" Target="/docProps/app.xml" Id="R538334f6d38c4dd7" /><Relationship Type="http://schemas.openxmlformats.org/officeDocument/2006/relationships/officeDocument" Target="/ppt/presentation.xml" Id="R66f6f27036e847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742fe0dbb94eec"/>
  </p:sldMasterIdLst>
  <p:notesMasterIdLst>
    <p:notesMasterId xmlns:r="http://schemas.openxmlformats.org/officeDocument/2006/relationships" r:id="Rebf6341869db4efb"/>
  </p:notesMasterIdLst>
  <p:sldIdLst>
    <p:sldId xmlns:r="http://schemas.openxmlformats.org/officeDocument/2006/relationships" id="256" r:id="R7c609dad6a8745e7"/>
    <p:sldId xmlns:r="http://schemas.openxmlformats.org/officeDocument/2006/relationships" id="257" r:id="R8412eed3a6ac4000"/>
    <p:sldId xmlns:r="http://schemas.openxmlformats.org/officeDocument/2006/relationships" id="258" r:id="R95771b77c6f94c28"/>
    <p:sldId xmlns:r="http://schemas.openxmlformats.org/officeDocument/2006/relationships" id="259" r:id="R86f9e40b029546ed"/>
    <p:sldId xmlns:r="http://schemas.openxmlformats.org/officeDocument/2006/relationships" id="260" r:id="Rf4c7fd70c15b45c3"/>
    <p:sldId xmlns:r="http://schemas.openxmlformats.org/officeDocument/2006/relationships" id="261" r:id="Rf119b4bd68d84b5c"/>
    <p:sldId xmlns:r="http://schemas.openxmlformats.org/officeDocument/2006/relationships" id="262" r:id="Rf6db0181a45f49b7"/>
    <p:sldId xmlns:r="http://schemas.openxmlformats.org/officeDocument/2006/relationships" id="263" r:id="Rd0c8234f1c4c434d"/>
    <p:sldId xmlns:r="http://schemas.openxmlformats.org/officeDocument/2006/relationships" id="264" r:id="R76f1356ccf1d46c4"/>
    <p:sldId xmlns:r="http://schemas.openxmlformats.org/officeDocument/2006/relationships" id="265" r:id="Rf964d7ee8f3044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43b165bc44aed" /><Relationship Type="http://schemas.openxmlformats.org/officeDocument/2006/relationships/slideMaster" Target="/ppt/slideMasters/slideMaster1.xml" Id="Rc4742fe0dbb94eec" /><Relationship Type="http://schemas.openxmlformats.org/officeDocument/2006/relationships/notesMaster" Target="/ppt/notesMasters/notesMaster1.xml" Id="Rebf6341869db4efb" /><Relationship Type="http://schemas.openxmlformats.org/officeDocument/2006/relationships/presProps" Target="/ppt/presProps.xml" Id="R2d15dd574c8246ad" /><Relationship Type="http://schemas.openxmlformats.org/officeDocument/2006/relationships/tableStyles" Target="/ppt/tableStyles.xml" Id="Rf178f54970ce47e6" /><Relationship Type="http://schemas.openxmlformats.org/officeDocument/2006/relationships/slide" Target="/ppt/slides/slide1.xml" Id="R7c609dad6a8745e7" /><Relationship Type="http://schemas.openxmlformats.org/officeDocument/2006/relationships/slide" Target="/ppt/slides/slide2.xml" Id="R8412eed3a6ac4000" /><Relationship Type="http://schemas.openxmlformats.org/officeDocument/2006/relationships/slide" Target="/ppt/slides/slide3.xml" Id="R95771b77c6f94c28" /><Relationship Type="http://schemas.openxmlformats.org/officeDocument/2006/relationships/slide" Target="/ppt/slides/slide4.xml" Id="R86f9e40b029546ed" /><Relationship Type="http://schemas.openxmlformats.org/officeDocument/2006/relationships/slide" Target="/ppt/slides/slide5.xml" Id="Rf4c7fd70c15b45c3" /><Relationship Type="http://schemas.openxmlformats.org/officeDocument/2006/relationships/slide" Target="/ppt/slides/slide6.xml" Id="Rf119b4bd68d84b5c" /><Relationship Type="http://schemas.openxmlformats.org/officeDocument/2006/relationships/slide" Target="/ppt/slides/slide7.xml" Id="Rf6db0181a45f49b7" /><Relationship Type="http://schemas.openxmlformats.org/officeDocument/2006/relationships/slide" Target="/ppt/slides/slide8.xml" Id="Rd0c8234f1c4c434d" /><Relationship Type="http://schemas.openxmlformats.org/officeDocument/2006/relationships/slide" Target="/ppt/slides/slide9.xml" Id="R76f1356ccf1d46c4" /><Relationship Type="http://schemas.openxmlformats.org/officeDocument/2006/relationships/slide" Target="/ppt/slides/slide10.xml" Id="Rf964d7ee8f3044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b04c52622d44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7f83d0c414e83" /><Relationship Type="http://schemas.openxmlformats.org/officeDocument/2006/relationships/notesMaster" Target="/ppt/notesMasters/notesMaster1.xml" Id="R7d69d522f68843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3aecf1fe724da1" /><Relationship Type="http://schemas.openxmlformats.org/officeDocument/2006/relationships/notesMaster" Target="/ppt/notesMasters/notesMaster1.xml" Id="R71ca5fb17c25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7bdb748dc54082" /><Relationship Type="http://schemas.openxmlformats.org/officeDocument/2006/relationships/notesMaster" Target="/ppt/notesMasters/notesMaster1.xml" Id="R43e6e4a98015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d8ed49a2f94dc9" /><Relationship Type="http://schemas.openxmlformats.org/officeDocument/2006/relationships/notesMaster" Target="/ppt/notesMasters/notesMaster1.xml" Id="R84590e316d1746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2ba73e37454d39" /><Relationship Type="http://schemas.openxmlformats.org/officeDocument/2006/relationships/notesMaster" Target="/ppt/notesMasters/notesMaster1.xml" Id="R77592a33dbbc4d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073a61b3814db0" /><Relationship Type="http://schemas.openxmlformats.org/officeDocument/2006/relationships/notesMaster" Target="/ppt/notesMasters/notesMaster1.xml" Id="Re99631892359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c28e02be86414a" /><Relationship Type="http://schemas.openxmlformats.org/officeDocument/2006/relationships/notesMaster" Target="/ppt/notesMasters/notesMaster1.xml" Id="R87a46a1764fb49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f50209ae5e4f8a" /><Relationship Type="http://schemas.openxmlformats.org/officeDocument/2006/relationships/notesMaster" Target="/ppt/notesMasters/notesMaster1.xml" Id="Rdf99fc181d7543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fa11edd3104902" /><Relationship Type="http://schemas.openxmlformats.org/officeDocument/2006/relationships/notesMaster" Target="/ppt/notesMasters/notesMaster1.xml" Id="Rc8e8525600f846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ebffd44b104ead" /><Relationship Type="http://schemas.openxmlformats.org/officeDocument/2006/relationships/notesMaster" Target="/ppt/notesMasters/notesMaster1.xml" Id="Rc239841072e8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Здравствуйте! Мы ITigers. Представляем Альфа.Поток — единый путь клиента и банка до демонстрационной выдачи. Источники: README.md, docs/DEFENSE.md; визуал frontend/public/images/hero-card.png создан для проекта. Все данные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0:20–0:45. Источник: docs/Альфа_Хак_Умный_кредитный_кабинет_Задание.pdf, страницы 4–8; docs/PRODUCT.md. Роли и действия связаны в единый процесс клиента и банка.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0:45–1:15. Три продукта, предзаполненная компания, калькулятор, предварительный ML, сохранённая заявка, история и новости. Источники: frontend/src/pages, backend/api, docs/hackathon/screens/dashboard.png (локальный E2E 24.10.2026).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1:15–1:45. Ответ с файлом и уточнёнными показателями возвращается сотруднику. Встречный оффер хранится отдельно; исходные 2 млн остаются в заявке, принятые 900 тыс. используются в выдаче. Источники: completion.py, STATES.md и реальные E2E-экраны в docs/hackathon/screens.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1:45–2:15. Редактируемая схема, источник docs/ARCHITECTURE.md. HTTPS Nginx проксирует статический Vue и Django API. Django хранит SQLite и вызывает неизменённый ML по внутреннему HTTP. Таймаут 2.5с приводит к ручному рассмотрению без выдуманного score. ML-файлы не изменены относительно 50af371.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2:15–2:40. На момент подготовки python -m pytest с ML_INTEGRATION=1: 29 passed. CI повторяет реальные inference-тесты и проверку схемы/миграций. Браузерный E2E покрывает основные ветви и ширину 390 px. Источники: tests, test_pipeline.py, test_completion.py, workflow; docs/TEST_SCENARIOS.md.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2:40–3:40. Открыть сайт: green → 2 млн,24 мес → отправить → принять → PDF → согласие → подписать → DISBURSED. На слайде реальные резервные скриншоты. Если показ недоступен, честно назвать их скриншотами. Источники docs/TEST_SCENARIOS.md, DEFENSE.md и E2E-экраны signing/issued.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3:40–4:00. Единый работающий процесс для клиента и банка. Код, Swagger, диаграммы, коллекция запросов, сценарии и Docker доступны в публичном репозитории. Следующие слайды — только по вопросам.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backend/api/scoring.py, pipeline.py, completion.py, docs/ARCHITECTURE.md. ML оценивает риск, Django применяет правила продукта, сотрудник рассматривает нестандартные случаи.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 и соответствующие файлы репозитория. Тег фиксирует версию кода и комплект материалов для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ff51785244a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e936cdf364b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0ab8879bb4f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23b02259442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9de58a08842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d2aa16db34f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A3CD7A-C39E-4928-8BB0-3C140C89DC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BB0178-61EA-4031-BBF7-B0A1C0C673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EB4773-D1E2-41D0-ABD4-3D30D0C9B2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F37376-C209-491A-87F6-72D50799A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929D4D-6069-4DA0-9963-12456D0D9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D5015A-797E-48ED-9173-125EA6CF9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C4F3B5-2E01-4033-9874-D986E816A9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B6FB86-C67B-497E-844C-3BD3549749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74C576-C9EA-488E-9943-D69F297F4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12735B-924F-4E7B-ABB9-77AFD031F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eab819f784a26" /><Relationship Type="http://schemas.openxmlformats.org/officeDocument/2006/relationships/slideLayout" Target="/ppt/slideLayouts/slideLayout1.xml" Id="R0f7992fbdcd446ac" /><Relationship Type="http://schemas.openxmlformats.org/officeDocument/2006/relationships/slideLayout" Target="/ppt/slideLayouts/slideLayout2.xml" Id="R0e59e2b95f7545b2" /><Relationship Type="http://schemas.openxmlformats.org/officeDocument/2006/relationships/slideLayout" Target="/ppt/slideLayouts/slideLayout3.xml" Id="R3a959113861846b5" /><Relationship Type="http://schemas.openxmlformats.org/officeDocument/2006/relationships/slideLayout" Target="/ppt/slideLayouts/slideLayout4.xml" Id="Rb13cb78f87d64653" /><Relationship Type="http://schemas.openxmlformats.org/officeDocument/2006/relationships/slideLayout" Target="/ppt/slideLayouts/slideLayout5.xml" Id="Rc1aaf876532840e8" /><Relationship Type="http://schemas.openxmlformats.org/officeDocument/2006/relationships/slideLayout" Target="/ppt/slideLayouts/slideLayout6.xml" Id="Rb247d6c3019e46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992fbdcd446ac"/>
    <p:sldLayoutId xmlns:r="http://schemas.openxmlformats.org/officeDocument/2006/relationships" id="2147483650" r:id="R0e59e2b95f7545b2"/>
    <p:sldLayoutId xmlns:r="http://schemas.openxmlformats.org/officeDocument/2006/relationships" id="2147483651" r:id="R3a959113861846b5"/>
    <p:sldLayoutId xmlns:r="http://schemas.openxmlformats.org/officeDocument/2006/relationships" id="2147483652" r:id="Rb13cb78f87d64653"/>
    <p:sldLayoutId xmlns:r="http://schemas.openxmlformats.org/officeDocument/2006/relationships" id="2147483653" r:id="Rc1aaf876532840e8"/>
    <p:sldLayoutId xmlns:r="http://schemas.openxmlformats.org/officeDocument/2006/relationships" id="2147483654" r:id="Rb247d6c3019e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d1aefece24f79" /><Relationship Type="http://schemas.openxmlformats.org/officeDocument/2006/relationships/image" Target="/ppt/media/image.png" Id="Rbc93e9b986f24ac8" /><Relationship Type="http://schemas.openxmlformats.org/officeDocument/2006/relationships/notesSlide" Target="/ppt/notesSlides/notesSlide1.xml" Id="Rf8673e138af246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82cbcde6747dd" /><Relationship Type="http://schemas.openxmlformats.org/officeDocument/2006/relationships/notesSlide" Target="/ppt/notesSlides/notesSlide2.xml" Id="R84ae6a76acef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ee6088a824a98" /><Relationship Type="http://schemas.openxmlformats.org/officeDocument/2006/relationships/image" Target="/ppt/media/image2.png" Id="Rcae948bd5da54085" /><Relationship Type="http://schemas.openxmlformats.org/officeDocument/2006/relationships/notesSlide" Target="/ppt/notesSlides/notesSlide3.xml" Id="R0eb783627084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9ae68ffa74259" /><Relationship Type="http://schemas.openxmlformats.org/officeDocument/2006/relationships/image" Target="/ppt/media/image3.png" Id="R8846083ec7aa4329" /><Relationship Type="http://schemas.openxmlformats.org/officeDocument/2006/relationships/image" Target="/ppt/media/image4.png" Id="R979d11624ef542ff" /><Relationship Type="http://schemas.openxmlformats.org/officeDocument/2006/relationships/notesSlide" Target="/ppt/notesSlides/notesSlide4.xml" Id="Rd972758eac354b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212e016c746f6" /><Relationship Type="http://schemas.openxmlformats.org/officeDocument/2006/relationships/notesSlide" Target="/ppt/notesSlides/notesSlide5.xml" Id="R14ab42bbdda349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6397edcdd4b94" /><Relationship Type="http://schemas.openxmlformats.org/officeDocument/2006/relationships/notesSlide" Target="/ppt/notesSlides/notesSlide6.xml" Id="R29eccc9e40ad41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71a35a29a4fb9" /><Relationship Type="http://schemas.openxmlformats.org/officeDocument/2006/relationships/image" Target="/ppt/media/image5.png" Id="Rf441d27320dc4b1a" /><Relationship Type="http://schemas.openxmlformats.org/officeDocument/2006/relationships/image" Target="/ppt/media/image6.png" Id="Rfcbc709bd4274c3b" /><Relationship Type="http://schemas.openxmlformats.org/officeDocument/2006/relationships/notesSlide" Target="/ppt/notesSlides/notesSlide7.xml" Id="R944f5aaa5c264e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ec5ae22a14e33" /><Relationship Type="http://schemas.openxmlformats.org/officeDocument/2006/relationships/notesSlide" Target="/ppt/notesSlides/notesSlide8.xml" Id="Rade9a47588aa47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1b40a25f54502" /><Relationship Type="http://schemas.openxmlformats.org/officeDocument/2006/relationships/notesSlide" Target="/ppt/notesSlides/notesSlide9.xml" Id="R3d9b4759e57b46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04911da124ac3" /><Relationship Type="http://schemas.openxmlformats.org/officeDocument/2006/relationships/notesSlide" Target="/ppt/notesSlides/notesSlide10.xml" Id="R94e83ac99d9a45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C44B7-63F2-4C83-AC7D-DD1443ED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52A4C-146D-4661-B97B-28BBE27D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Умный кредитный кабинет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FEFE4-7E7B-4DCA-9CE3-B0ED8355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Кредитный кабинет для бизнеса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27495-2ED9-4183-AB41-83890DAD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7E118-9031-4D50-B315-2ADFF27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Альфа.Поток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D8D1B-FA00-4F1F-B67F-6AE5566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Понятный путь заявки</a:t>
            </a:r>
          </a:p>
          <a:p xmlns:a="http://schemas.openxmlformats.org/drawingml/2006/main">
            <a:pPr>
              <a:defRPr sz="23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для предпринимателя и банка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CD869-5B1B-433E-862C-0BE4A6A2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Команда ITigers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21263-E74A-479B-BFAC-7AEA088CD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3e9b986f24ac8"/>
          <a:srcRect xmlns:a="http://schemas.openxmlformats.org/drawingml/2006/main" l="13374" t="0" r="133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962150"/>
            <a:ext cx="42386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01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1448C-13B7-4487-B36A-F815FEE4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9D317-BB88-4717-A131-69B323D3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Задачи клиента и банка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76B56-C6C7-429E-9C92-DCA276CF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Подбор условий, статус заявки и действия банка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729B9-7158-4183-8B73-DA8A7857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A32B3-4131-4C08-B47D-3A2CF41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Предприниматель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80C39-9C55-41B2-B558-044F5B4A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Выбрать подходящие условия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Понять результат и следующий шаг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Продолжить заявку без потери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4F9D6-70E5-484A-910B-C7F34144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Сотрудник банка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65AEB-9BB6-49C2-A4C5-E3DBB4EC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5000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Видеть данные и риск вместе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Запросить конкретное уточнение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Предложить другие условия</a:t>
            </a:r>
          </a:p>
        </p:txBody>
      </p:sp>
    </p:spTree>
    <p:extLst>
      <p:ext uri="{BB962C8B-B14F-4D97-AF65-F5344CB8AC3E}">
        <p14:creationId xmlns:p14="http://schemas.microsoft.com/office/powerpoint/2010/main" val="1544162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6F02B-2519-4DC5-A17A-9E29AE4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BFB5A-C764-47AC-BF5D-AC1E710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Кабинет предпринимателя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9008-2563-4651-B526-54A1E19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Клиентский кабинет · пример работы с заявкой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7838D-825E-482E-AD56-86CD9C8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DB455-D067-4C82-BCD5-811819FB9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948bd5da54085"/>
          <a:stretch xmlns:a="http://schemas.openxmlformats.org/drawingml/2006/main"/>
        </p:blipFill>
        <p:spPr>
          <a:xfrm xmlns:a="http://schemas.openxmlformats.org/drawingml/2006/main">
            <a:off x="1666875" y="1943100"/>
            <a:ext cx="5410200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CE769-BEB6-4F00-A83F-37A453B8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3 продукта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B484C-D7C0-4767-AD6B-00B5F1E2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33675"/>
            <a:ext cx="3048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Параметры и оценка</a:t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до отправки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Статус и действие</a:t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после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Статьи по отрасли</a:t>
            </a:r>
          </a:p>
        </p:txBody>
      </p:sp>
    </p:spTree>
    <p:extLst>
      <p:ext uri="{BB962C8B-B14F-4D97-AF65-F5344CB8AC3E}">
        <p14:creationId xmlns:p14="http://schemas.microsoft.com/office/powerpoint/2010/main" val="150799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704BE-9FB6-4B81-AC7E-32D939AC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6310A-CB6C-4979-8C0C-82B640C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Дозапрос и встречные условия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C49BF-D126-4FB2-8741-BFE55B1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Одна заявка, сохранённая история и явное согласие клиента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4A970-F8D9-45CB-B961-09E6579A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729D0-78F5-40C8-BCAB-2F1472E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Уточнение сведений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B4988-16AF-4A0A-8469-D9C6C990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Другие условия банка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9C2A9-F770-40EA-B3A5-FA0EDE4EE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6083ec7aa4329"/>
          <a:stretch xmlns:a="http://schemas.openxmlformats.org/drawingml/2006/main"/>
        </p:blipFill>
        <p:spPr>
          <a:xfrm xmlns:a="http://schemas.openxmlformats.org/drawingml/2006/main">
            <a:off x="710550" y="2447925"/>
            <a:ext cx="4941600" cy="34861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4932B-784B-406B-91CC-1DD60002E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d11624ef542ff"/>
          <a:stretch xmlns:a="http://schemas.openxmlformats.org/drawingml/2006/main"/>
        </p:blipFill>
        <p:spPr>
          <a:xfrm xmlns:a="http://schemas.openxmlformats.org/drawingml/2006/main">
            <a:off x="6438900" y="2625587"/>
            <a:ext cx="5143500" cy="31308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44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D54A3-7F29-4691-A8A3-8F9CA8B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98D83-B1CB-467B-939C-B5132B7F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Архитектура и кредитное 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46C23-A08A-4F9B-B145-C81841FF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Модель оценивает риск; правила и движение заявки находятся в Django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DFF85-5664-45C6-A191-5C8F1E3A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E3D6F-0369-4324-ADA4-09DA38B8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5950F-EF76-4F55-B6AD-E8E6EBB6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Vue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3D422-CB1A-4553-A530-84DA0CD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Клиент и сотрудник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159FD-121E-40BD-82EB-D2002C9D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B9138-9839-44CA-A442-9A565300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8013D-F013-44D2-91A9-E5D7BB46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9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Django / DRF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AC6C9-C51B-405D-B5F5-481F7099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Процесс и политика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56EBE-0439-432B-A496-40694D4F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D65BC-BF9C-429D-87E4-7AE4F755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383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C32C3-784C-48A6-A943-674797B3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9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FastAPI / LightGBM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6C0DC-49C8-4BB2-9AD8-8AEAA9F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Исходный код без правок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01FF9-3B35-4F5A-86F6-ACFD9D9E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050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HTTPS /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3BBEF-8BF2-4C3F-AECA-FA135CA8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050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HTTP, 2.5 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BAF3C-A011-4B77-9AA3-21F7E65A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CEE50-BD35-4913-B0F9-16F51F56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CF732-AEC6-44A9-B9BE-2307EF4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1AC5D-6323-4C57-B404-407CCE10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14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Заявка, аудит, PDF, оффер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47B90-BA90-4604-A64C-8DF9BC33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Компания / БКИ</a:t>
            </a:r>
          </a:p>
          <a:p xmlns:a="http://schemas.openxmlformats.org/drawingml/2006/main">
            <a: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синтетические данные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1B495-C07D-4C9E-BD8C-8DABFDD9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05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Недоступность ML</a:t>
            </a:r>
          </a:p>
          <a:p xmlns:a="http://schemas.openxmlformats.org/drawingml/2006/main">
            <a:pPr>
              <a:defRPr sz="187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→ ручное рассмотрение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D1CD8-7E7A-4B02-A9B8-9CE3D90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GitHub Actions → проверки → три образа → изолированный Compose</a:t>
            </a:r>
          </a:p>
        </p:txBody>
      </p:sp>
    </p:spTree>
    <p:extLst>
      <p:ext uri="{BB962C8B-B14F-4D97-AF65-F5344CB8AC3E}">
        <p14:creationId xmlns:p14="http://schemas.microsoft.com/office/powerpoint/2010/main" val="346054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3DB9C-B2DF-4914-B441-E02DE0AA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79302-0947-4FFC-BCB6-313AC513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Надёжность и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7FDB-D759-4A7D-A2FE-BE5E45CC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Docker Compose · GitHub Actions · HTTPS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7BF9F-2CB3-42DE-A731-5C08A51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C021B-D86F-4245-BDC7-B1315195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4DAC9-4578-4738-A2DD-28828F75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81225"/>
            <a:ext cx="785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автотестов, включая</a:t>
            </a:r>
          </a:p>
          <a:p xmlns:a="http://schemas.openxmlformats.org/drawingml/2006/main">
            <a:pPr>
              <a:defRPr sz="26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интеграцию с реальным 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1E748-E4AE-4663-8B2B-9C775CFE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Роли и чужие документы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12C49-8557-4B65-8634-F4912560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Повторная подпись → одна выдача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812E1-3614-49A4-8C2E-B14B9844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Ошибка ML → сохранённая заявка у сотрудника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FD0DB-A318-43CC-B571-7FCF4F50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2035"/>
                </a:solidFill>
                <a:latin typeface="Arial"/>
                <a:ea typeface="Arial"/>
                <a:cs typeface="Arial"/>
              </a:rPr>
              <a:t>БКИ, реестры, подпись и перевод денег смоделированы</a:t>
            </a:r>
          </a:p>
        </p:txBody>
      </p:sp>
    </p:spTree>
    <p:extLst>
      <p:ext uri="{BB962C8B-B14F-4D97-AF65-F5344CB8AC3E}">
        <p14:creationId xmlns:p14="http://schemas.microsoft.com/office/powerpoint/2010/main" val="1894855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68469-A667-4DBE-9E4D-3D964525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68147-2AB8-44FB-A33A-600C90C0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Живой показ: заявка → результат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DEF5E-1487-480F-BD6D-4A129BC7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alpha.srv-node.com · профиль «Пекарня Зерно»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50CCA-C891-4441-98BA-7ACFF225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34CB6-5B40-4442-A0EB-914798AC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Условия → PDF → согласие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4828C-7FCB-44B9-85D5-BAD750486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1d27320dc4b1a"/>
          <a:stretch xmlns:a="http://schemas.openxmlformats.org/drawingml/2006/main"/>
        </p:blipFill>
        <p:spPr>
          <a:xfrm xmlns:a="http://schemas.openxmlformats.org/drawingml/2006/main">
            <a:off x="609600" y="3248909"/>
            <a:ext cx="5143500" cy="172225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8D4E1-5D1C-4AF2-BA89-0FDFBC2E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Сохранённая демовыдача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A4414-7BB8-4934-829D-985B43D07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c709bd4274c3b"/>
          <a:stretch xmlns:a="http://schemas.openxmlformats.org/drawingml/2006/main"/>
        </p:blipFill>
        <p:spPr>
          <a:xfrm xmlns:a="http://schemas.openxmlformats.org/drawingml/2006/main">
            <a:off x="6438900" y="2995492"/>
            <a:ext cx="5143500" cy="22290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5254F-41A7-4AF0-8C47-5489C55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Обновление страницы сохраняет результат и историю</a:t>
            </a:r>
          </a:p>
        </p:txBody>
      </p:sp>
    </p:spTree>
    <p:extLst>
      <p:ext uri="{BB962C8B-B14F-4D97-AF65-F5344CB8AC3E}">
        <p14:creationId xmlns:p14="http://schemas.microsoft.com/office/powerpoint/2010/main" val="1178261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51887-24E8-4993-A6E2-14BFA3D8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F9E65-17DB-453B-BF9E-A28EB2A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Альфа.Поток · ITigers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4F02B-19AE-4BD9-AB49-4B26DE4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Клиентский кабинет и банковский конвейер в одном продукте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E2883-F75B-469F-887B-0646DCC4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29E9C-5EE0-4E85-83C9-2CC4D55B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Клиент знает следующий шаг.</a:t>
            </a:r>
          </a:p>
          <a:p xmlns:a="http://schemas.openxmlformats.org/drawingml/2006/main">
            <a:pPr>
              <a:defRPr sz="345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Банк видит контекст решения.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E27E7-FBE1-4BB2-9FE6-0A556AA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Открыть кабинет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1F76E-4EB0-4FA2-B86A-D2A4AF9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alpha.srv-node.com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5DCA4-AA0D-4CAE-B7FD-8C5E158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github.com/Favck/alfa-smart-credit</a:t>
            </a:r>
          </a:p>
        </p:txBody>
      </p:sp>
    </p:spTree>
    <p:extLst>
      <p:ext uri="{BB962C8B-B14F-4D97-AF65-F5344CB8AC3E}">
        <p14:creationId xmlns:p14="http://schemas.microsoft.com/office/powerpoint/2010/main" val="2019395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5BADC-D073-4269-9BEA-779BC8BE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1F440-6CD1-44CA-8F59-D6EF41F9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Как формируется 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A1469-53D6-4BC1-858A-DE51AAE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Приложение · кредитный процесс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76A5B-19F4-4122-ACC6-FFE2002D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02DB6-7259-4BDC-9DCD-AE8F5024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Оценка кредитного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AD81F-7699-436E-9BE9-6B981879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Финансовые показатели, параметры заявки и кредитная история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5D5F9-F31B-41E6-8598-BAA8AF1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Применение правил продукта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537D8-EDFF-4B25-AAC6-84716D1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Проверка суммы, срока и доступного лимита финансирования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89398-8602-4244-B893-7737F37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Решение и следующее действие для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1498149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FD214-E492-4550-85B1-A60523C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ITigers / Альфа.Поток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E7EAD-3CDB-433D-9BAB-F4CACDE3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1B2B"/>
                </a:solidFill>
                <a:latin typeface="Arial"/>
                <a:ea typeface="Arial"/>
                <a:cs typeface="Arial"/>
              </a:rPr>
              <a:t>Материалы для самостоятельной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8860B-4996-47F7-907E-6C12F335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Приложение · репозиторий публичный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4783-2411-467D-A9DE-1571F54E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7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2C830-9274-4987-A377-1BE9AA7C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Запуск и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AC51B-F3F4-4545-A413-0ED0BF1C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README + Docker Compose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Swagger + OpenAPI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Коллекция Postman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Синтетические профили и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8F23C-E62E-4422-9DCE-0B4D0A9E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20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2035"/>
                </a:solidFill>
                <a:latin typeface="Arial"/>
                <a:ea typeface="Arial"/>
                <a:cs typeface="Arial"/>
              </a:rPr>
              <a:t>Процесс и защита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D0897-ECB1-4EF9-80E8-0A92CE5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5000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Архитектура + модель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Состояния + сценарии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Пользовательские сценарии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B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B2B"/>
                </a:solidFill>
                <a:latin typeface="Arial"/>
                <a:ea typeface="Arial"/>
                <a:cs typeface="Arial"/>
              </a:rPr>
              <a:t>Речь, демонстрация и Q&amp;A</a:t>
            </a:r>
          </a:p>
        </p:txBody>
      </p:sp>
    </p:spTree>
    <p:extLst>
      <p:ext uri="{BB962C8B-B14F-4D97-AF65-F5344CB8AC3E}">
        <p14:creationId xmlns:p14="http://schemas.microsoft.com/office/powerpoint/2010/main" val="1757971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2026-10-24T21:14:47.8630000Z</dcterms:created>
  <dcterms:modified xsi:type="dcterms:W3CDTF">2026-10-24T21:14:47.8630000Z</dcterms:modified>
</coreProperties>
</file>