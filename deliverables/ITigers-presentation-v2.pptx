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6d783da1d408b" /><Relationship Type="http://schemas.openxmlformats.org/officeDocument/2006/relationships/extended-properties" Target="/docProps/app.xml" Id="R3338a79caec6466b" /><Relationship Type="http://schemas.openxmlformats.org/officeDocument/2006/relationships/officeDocument" Target="/ppt/presentation.xml" Id="R97a6f722124a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81ce0c1e640a8"/>
  </p:sldMasterIdLst>
  <p:notesMasterIdLst>
    <p:notesMasterId xmlns:r="http://schemas.openxmlformats.org/officeDocument/2006/relationships" r:id="Ra6bed2deea1c4a98"/>
  </p:notesMasterIdLst>
  <p:sldIdLst>
    <p:sldId xmlns:r="http://schemas.openxmlformats.org/officeDocument/2006/relationships" id="256" r:id="Rb1698de6a6af4cb2"/>
    <p:sldId xmlns:r="http://schemas.openxmlformats.org/officeDocument/2006/relationships" id="257" r:id="R9940644eab7a41d4"/>
    <p:sldId xmlns:r="http://schemas.openxmlformats.org/officeDocument/2006/relationships" id="258" r:id="R7d7925b24d6744ca"/>
    <p:sldId xmlns:r="http://schemas.openxmlformats.org/officeDocument/2006/relationships" id="259" r:id="R5b8a5c7ff2a14bf4"/>
    <p:sldId xmlns:r="http://schemas.openxmlformats.org/officeDocument/2006/relationships" id="260" r:id="Re57c89b44c4142ec"/>
    <p:sldId xmlns:r="http://schemas.openxmlformats.org/officeDocument/2006/relationships" id="261" r:id="Rda2bb38f1da34a15"/>
    <p:sldId xmlns:r="http://schemas.openxmlformats.org/officeDocument/2006/relationships" id="262" r:id="R921697cd04a749e6"/>
    <p:sldId xmlns:r="http://schemas.openxmlformats.org/officeDocument/2006/relationships" id="263" r:id="Ra4b75ebd0fe54376"/>
    <p:sldId xmlns:r="http://schemas.openxmlformats.org/officeDocument/2006/relationships" id="264" r:id="R55af3ecd999a49e7"/>
    <p:sldId xmlns:r="http://schemas.openxmlformats.org/officeDocument/2006/relationships" id="265" r:id="R16b10aaef0fa44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eefa655bb34ef5" /><Relationship Type="http://schemas.openxmlformats.org/officeDocument/2006/relationships/slideMaster" Target="/ppt/slideMasters/slideMaster1.xml" Id="R0e981ce0c1e640a8" /><Relationship Type="http://schemas.openxmlformats.org/officeDocument/2006/relationships/notesMaster" Target="/ppt/notesMasters/notesMaster1.xml" Id="Ra6bed2deea1c4a98" /><Relationship Type="http://schemas.openxmlformats.org/officeDocument/2006/relationships/presProps" Target="/ppt/presProps.xml" Id="R9e8db024579849c6" /><Relationship Type="http://schemas.openxmlformats.org/officeDocument/2006/relationships/tableStyles" Target="/ppt/tableStyles.xml" Id="R56d9319057fc43b0" /><Relationship Type="http://schemas.openxmlformats.org/officeDocument/2006/relationships/slide" Target="/ppt/slides/slide1.xml" Id="Rb1698de6a6af4cb2" /><Relationship Type="http://schemas.openxmlformats.org/officeDocument/2006/relationships/slide" Target="/ppt/slides/slide2.xml" Id="R9940644eab7a41d4" /><Relationship Type="http://schemas.openxmlformats.org/officeDocument/2006/relationships/slide" Target="/ppt/slides/slide3.xml" Id="R7d7925b24d6744ca" /><Relationship Type="http://schemas.openxmlformats.org/officeDocument/2006/relationships/slide" Target="/ppt/slides/slide4.xml" Id="R5b8a5c7ff2a14bf4" /><Relationship Type="http://schemas.openxmlformats.org/officeDocument/2006/relationships/slide" Target="/ppt/slides/slide5.xml" Id="Re57c89b44c4142ec" /><Relationship Type="http://schemas.openxmlformats.org/officeDocument/2006/relationships/slide" Target="/ppt/slides/slide6.xml" Id="Rda2bb38f1da34a15" /><Relationship Type="http://schemas.openxmlformats.org/officeDocument/2006/relationships/slide" Target="/ppt/slides/slide7.xml" Id="R921697cd04a749e6" /><Relationship Type="http://schemas.openxmlformats.org/officeDocument/2006/relationships/slide" Target="/ppt/slides/slide8.xml" Id="Ra4b75ebd0fe54376" /><Relationship Type="http://schemas.openxmlformats.org/officeDocument/2006/relationships/slide" Target="/ppt/slides/slide9.xml" Id="R55af3ecd999a49e7" /><Relationship Type="http://schemas.openxmlformats.org/officeDocument/2006/relationships/slide" Target="/ppt/slides/slide10.xml" Id="R16b10aaef0fa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c2e6d5d81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dbbcd845f4f37" /><Relationship Type="http://schemas.openxmlformats.org/officeDocument/2006/relationships/notesMaster" Target="/ppt/notesMasters/notesMaster1.xml" Id="R899f3ab2d4cc41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b6fbabe9e46a9" /><Relationship Type="http://schemas.openxmlformats.org/officeDocument/2006/relationships/notesMaster" Target="/ppt/notesMasters/notesMaster1.xml" Id="R4b5b5c3a96f940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4928e7a564af7" /><Relationship Type="http://schemas.openxmlformats.org/officeDocument/2006/relationships/notesMaster" Target="/ppt/notesMasters/notesMaster1.xml" Id="Re482621ffb13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dd6ce4ac8747b9" /><Relationship Type="http://schemas.openxmlformats.org/officeDocument/2006/relationships/notesMaster" Target="/ppt/notesMasters/notesMaster1.xml" Id="R818226b5c162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82c3c9e8054c16" /><Relationship Type="http://schemas.openxmlformats.org/officeDocument/2006/relationships/notesMaster" Target="/ppt/notesMasters/notesMaster1.xml" Id="R8e44779ad877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2725c18834184" /><Relationship Type="http://schemas.openxmlformats.org/officeDocument/2006/relationships/notesMaster" Target="/ppt/notesMasters/notesMaster1.xml" Id="Rac934ae400544a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2e422bd4204b27" /><Relationship Type="http://schemas.openxmlformats.org/officeDocument/2006/relationships/notesMaster" Target="/ppt/notesMasters/notesMaster1.xml" Id="Re4e2b94b091544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b03f4c5954027" /><Relationship Type="http://schemas.openxmlformats.org/officeDocument/2006/relationships/notesMaster" Target="/ppt/notesMasters/notesMaster1.xml" Id="Rb2816e2cbbda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1f07a8d3ec4b72" /><Relationship Type="http://schemas.openxmlformats.org/officeDocument/2006/relationships/notesMaster" Target="/ppt/notesMasters/notesMaster1.xml" Id="R1d03c7962ed241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1a0bbe90e84fb0" /><Relationship Type="http://schemas.openxmlformats.org/officeDocument/2006/relationships/notesMaster" Target="/ppt/notesMasters/notesMaster1.xml" Id="R142ae3b7991c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Здравствуйте! Мы ITigers. Представляем Альфа.Поток — единый путь клиента и банка до демонстрационной выдачи. Источники: README.md, docs/DEFENSE.md; визуал frontend/public/images/hero-card.png создан для проекта. Все данные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0:20–0:45. Источник: docs/Альфа_Хак_Умный_кредитный_кабинет_Задание.pdf, страницы 4–8; docs/PRODUCT.md. Разобраны роли и процесс, интервью не проводились. Нельзя заявлять подтверждённый CustDev или экономический эффект.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0:45–1:15. Три продукта, предзаполненная компания, калькулятор, предварительный ML, сохранённая заявка, история и новости. Источники: frontend/src/pages, backend/api, docs/hackathon/screens/dashboard.png (локальный E2E 24.10.2026).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1:15–1:45. Ответ с файлом и уточнёнными показателями возвращается сотруднику. Встречный оффер хранится отдельно; исходные 2 млн остаются в заявке, принятые 900 тыс. используются в выдаче. Источники: completion.py, STATES.md и реальные E2E-экраны в docs/hackathon/screens.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1:45–2:15. Редактируемая схема, источник docs/ARCHITECTURE.md. HTTPS Nginx проксирует статический Vue и Django API. Django хранит SQLite и вызывает неизменённый ML по внутреннему HTTP. Таймаут 2.5с приводит к ручному рассмотрению без выдуманного score. ML-файлы не изменены относительно 50af371.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2:15–2:40. На момент подготовки python -m pytest с ML_INTEGRATION=1: 29 passed. CI повторяет реальные inference-тесты и проверку схемы/миграций. Браузерный E2E покрывает основные ветви и ширину 390 px. Источники: tests, test_pipeline.py, test_completion.py, workflow; docs/TEST_SCENARIOS.md. Это функциональная проверка, не замер банковской точности/нагрузки.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2:40–3:40. Открыть сайт: green → 2 млн,24 мес → отправить → принять → PDF → согласие → подписать → DISBURSED. На слайде реальные резервные скриншоты. Если показ недоступен, честно назвать их скриншотами. Источники docs/TEST_SCENARIOS.md, DEFENSE.md и E2E-экраны signing/issued.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3:40–4:00. Единый работающий процесс для клиента и банка. Код, Swagger, диаграммы, коллекция запросов, сценарии и Docker доступны в публичном репозитории. Не обещать внедрение/эффект без реальных данных. Следующие слайды — только по вопросам.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ml/app/model.py, ml/train.py, docs/ML_INTEGRATION.md. Исходные метаданные /model описывают LogisticRegression и 14 признаков; фактический файл LightGBM имеет 15, evaluate сообщает risk_scorecard_v1.0. Эти расхождения сохранены, а не скрыто исправлены. Сборка фиксируется Git SHA, веса по SHA256.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 и соответствующие файлы репозитория. Дедлайн организаторов неизвестен, тег фиксирует подготовленную версию и не доказывает соблюдение срока. Данные реальные клиентские не используются.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8dcfb7ceb48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30947112f4b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261a59c3d44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67a4981fb46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8bbfb37a548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beb7b946c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3CD7A-C39E-4928-8BB0-3C140C89D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BB0178-61EA-4031-BBF7-B0A1C0C673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EB4773-D1E2-41D0-ABD4-3D30D0C9B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37376-C209-491A-87F6-72D50799A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929D4D-6069-4DA0-9963-12456D0D9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D5015A-797E-48ED-9173-125EA6CF9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C4F3B5-2E01-4033-9874-D986E816A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B6FB86-C67B-497E-844C-3BD3549749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74C576-C9EA-488E-9943-D69F297F4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12735B-924F-4E7B-ABB9-77AFD031F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b71f9257b442d" /><Relationship Type="http://schemas.openxmlformats.org/officeDocument/2006/relationships/slideLayout" Target="/ppt/slideLayouts/slideLayout1.xml" Id="R4b0de12990d74a5f" /><Relationship Type="http://schemas.openxmlformats.org/officeDocument/2006/relationships/slideLayout" Target="/ppt/slideLayouts/slideLayout2.xml" Id="R696bcc8f21d44f87" /><Relationship Type="http://schemas.openxmlformats.org/officeDocument/2006/relationships/slideLayout" Target="/ppt/slideLayouts/slideLayout3.xml" Id="Re86c932ee8c14cc6" /><Relationship Type="http://schemas.openxmlformats.org/officeDocument/2006/relationships/slideLayout" Target="/ppt/slideLayouts/slideLayout4.xml" Id="R114bd3cf9b7a423a" /><Relationship Type="http://schemas.openxmlformats.org/officeDocument/2006/relationships/slideLayout" Target="/ppt/slideLayouts/slideLayout5.xml" Id="R8a67f725c6584a2a" /><Relationship Type="http://schemas.openxmlformats.org/officeDocument/2006/relationships/slideLayout" Target="/ppt/slideLayouts/slideLayout6.xml" Id="Rc1ecbbcf2f3d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0de12990d74a5f"/>
    <p:sldLayoutId xmlns:r="http://schemas.openxmlformats.org/officeDocument/2006/relationships" id="2147483650" r:id="R696bcc8f21d44f87"/>
    <p:sldLayoutId xmlns:r="http://schemas.openxmlformats.org/officeDocument/2006/relationships" id="2147483651" r:id="Re86c932ee8c14cc6"/>
    <p:sldLayoutId xmlns:r="http://schemas.openxmlformats.org/officeDocument/2006/relationships" id="2147483652" r:id="R114bd3cf9b7a423a"/>
    <p:sldLayoutId xmlns:r="http://schemas.openxmlformats.org/officeDocument/2006/relationships" id="2147483653" r:id="R8a67f725c6584a2a"/>
    <p:sldLayoutId xmlns:r="http://schemas.openxmlformats.org/officeDocument/2006/relationships" id="2147483654" r:id="Rc1ecbbcf2f3d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31d8a2abb4cc7" /><Relationship Type="http://schemas.openxmlformats.org/officeDocument/2006/relationships/image" Target="/ppt/media/image.png" Id="R1c71cb50b18c4de2" /><Relationship Type="http://schemas.openxmlformats.org/officeDocument/2006/relationships/notesSlide" Target="/ppt/notesSlides/notesSlide1.xml" Id="R6aabde4b7857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391aa497b4645" /><Relationship Type="http://schemas.openxmlformats.org/officeDocument/2006/relationships/notesSlide" Target="/ppt/notesSlides/notesSlide2.xml" Id="Rcf5346ae7333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613c9a8d04138" /><Relationship Type="http://schemas.openxmlformats.org/officeDocument/2006/relationships/image" Target="/ppt/media/image2.png" Id="Rb3b05b337dfa4039" /><Relationship Type="http://schemas.openxmlformats.org/officeDocument/2006/relationships/notesSlide" Target="/ppt/notesSlides/notesSlide3.xml" Id="R0e7284c085a0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56bb237e14e14" /><Relationship Type="http://schemas.openxmlformats.org/officeDocument/2006/relationships/image" Target="/ppt/media/image3.png" Id="Rc3d151b694934c59" /><Relationship Type="http://schemas.openxmlformats.org/officeDocument/2006/relationships/image" Target="/ppt/media/image4.png" Id="Rffae1d916bf64394" /><Relationship Type="http://schemas.openxmlformats.org/officeDocument/2006/relationships/notesSlide" Target="/ppt/notesSlides/notesSlide4.xml" Id="R0321bc48c617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b4681890943fc" /><Relationship Type="http://schemas.openxmlformats.org/officeDocument/2006/relationships/notesSlide" Target="/ppt/notesSlides/notesSlide5.xml" Id="R18067dc5f2af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d82e9dd5c403c" /><Relationship Type="http://schemas.openxmlformats.org/officeDocument/2006/relationships/notesSlide" Target="/ppt/notesSlides/notesSlide6.xml" Id="R67cbe880a224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408ec497846f3" /><Relationship Type="http://schemas.openxmlformats.org/officeDocument/2006/relationships/image" Target="/ppt/media/image5.png" Id="R45b052135ffa418d" /><Relationship Type="http://schemas.openxmlformats.org/officeDocument/2006/relationships/image" Target="/ppt/media/image6.png" Id="Rd115576a0f8f4cc0" /><Relationship Type="http://schemas.openxmlformats.org/officeDocument/2006/relationships/notesSlide" Target="/ppt/notesSlides/notesSlide7.xml" Id="R6a313f8f7a774e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5f95206114cfa" /><Relationship Type="http://schemas.openxmlformats.org/officeDocument/2006/relationships/notesSlide" Target="/ppt/notesSlides/notesSlide8.xml" Id="R6d395dd94b93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d9dbc8a274d0f" /><Relationship Type="http://schemas.openxmlformats.org/officeDocument/2006/relationships/notesSlide" Target="/ppt/notesSlides/notesSlide9.xml" Id="R45ceecd7df4746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5312f7279452c" /><Relationship Type="http://schemas.openxmlformats.org/officeDocument/2006/relationships/notesSlide" Target="/ppt/notesSlides/notesSlide10.xml" Id="Rebd5a1ff4b064b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B5241-64F7-4DBE-9F4C-2973AFB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128EC-5F9E-4C74-9B45-41BF82E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Умный кредитный кабинет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EE081-BF60-4788-865F-3C89BE6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Прототип для хакатона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CEBB7-2985-4663-BCBB-845B9BEA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A8AA7-E4AB-4645-943E-1128DF7B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Альфа.Поток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DD9E5-5E60-4BE9-BBFA-41265FAF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Понятный путь заявки</a:t>
            </a:r>
          </a:p>
          <a:p xmlns:a="http://schemas.openxmlformats.org/drawingml/2006/main">
            <a: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для предпринимателя и банка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D8D0D-2439-4D13-B2EC-6E6E5B6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Команда ITigers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340C-812B-4EE9-98B5-ACF0D06FC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1cb50b18c4de2"/>
          <a:srcRect xmlns:a="http://schemas.openxmlformats.org/drawingml/2006/main" l="13374" t="0" r="133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962150"/>
            <a:ext cx="42386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47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54343-0F7C-4436-809E-30F6D11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C16C-84EA-4D9B-903C-6EB7FC7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Задачи клиента и банка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55E6D-2590-41D3-BE18-39DE9EE7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Основание — кейс; потребности требуют проверки на интервью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3D7EA-7BD5-4EB5-A498-07716CEC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C5E72-8D44-4F8A-B367-55010E7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Предприниматель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458F0-0456-4FE6-A3F0-6694D21A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Выбрать подходящие условия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Понять результат и следующий шаг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Продолжить заявку без потери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0F333-E4AA-4597-865B-16F731D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Сотрудник банка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18DCE-262E-42AD-A214-BEDE6EFF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5000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Видеть данные и риск вместе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Запросить конкретное уточнение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Предложить другие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594745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4F759-F0B4-46BC-BF1F-B16A5D2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1203B-52BA-4386-9F9E-4C74F93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Кабинет предпринимателя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4447A-4114-402D-9FAA-6A846E8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Реальный экран прототипа · данные демонстрационные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E3EFE-B36F-477F-8B2D-80E00B68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6C316-8A21-4BC1-A0C0-46A92856E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05b337dfa4039"/>
          <a:stretch xmlns:a="http://schemas.openxmlformats.org/drawingml/2006/main"/>
        </p:blipFill>
        <p:spPr>
          <a:xfrm xmlns:a="http://schemas.openxmlformats.org/drawingml/2006/main">
            <a:off x="1666875" y="1943100"/>
            <a:ext cx="5410200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3601D-AED2-4BE1-9DFE-04152D9D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3 продукта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03972-8D83-4EF9-B239-AB84A27C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33675"/>
            <a:ext cx="3048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Параметры и оценка</a:t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до отправки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Статус и действие</a:t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после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Статьи по отрасли</a:t>
            </a:r>
          </a:p>
        </p:txBody>
      </p:sp>
    </p:spTree>
    <p:extLst>
      <p:ext uri="{BB962C8B-B14F-4D97-AF65-F5344CB8AC3E}">
        <p14:creationId xmlns:p14="http://schemas.microsoft.com/office/powerpoint/2010/main" val="384960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6A83F-9FEC-4F9C-9DD1-3469A7D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43606-1ECA-474A-AF1D-1A6BE07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Дозапрос и встречные условия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F07EA-8CAE-4064-8B07-FAF9D805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Одна заявка, сохранённая история и явное согласие клиента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79BB2-19C9-426A-B9C9-948AFF1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C630F-99CE-4702-B3C3-C22E7AC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Уточнение сведений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98A1E-4BED-46A1-BFF5-449E44D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Другие условия банка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41AE5-75F1-47A9-A473-1D07A2C6F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151b694934c59"/>
          <a:stretch xmlns:a="http://schemas.openxmlformats.org/drawingml/2006/main"/>
        </p:blipFill>
        <p:spPr>
          <a:xfrm xmlns:a="http://schemas.openxmlformats.org/drawingml/2006/main">
            <a:off x="710550" y="2447925"/>
            <a:ext cx="4941600" cy="34861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B7787-6A68-49B4-999E-E48F1F8A0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e1d916bf64394"/>
          <a:stretch xmlns:a="http://schemas.openxmlformats.org/drawingml/2006/main"/>
        </p:blipFill>
        <p:spPr>
          <a:xfrm xmlns:a="http://schemas.openxmlformats.org/drawingml/2006/main">
            <a:off x="6438900" y="2625587"/>
            <a:ext cx="5143500" cy="3130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74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484ED-5E61-4AAD-B71F-B50B0C69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EAD34-1350-4E39-B4C6-440690C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Архитектура и кредитное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CC6B3-81C1-4093-9F44-7FB9AA4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Модель оценивает риск; правила и движение заявки находятся в Django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25B92-D74F-4F29-96CA-2B7679E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B8923-D672-4F7E-9E92-BACF524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16B51-3139-4B13-8869-73EE925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B62BE-9259-4710-8717-B387AD6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Клиент и сотрудник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25BDE-5959-46CB-9A89-E9793B4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FBF70-85AA-4009-A011-48F474D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75014-8C1E-4F43-9DA8-14510E0F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Django / DRF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C64EA-1FA9-4AE0-B50B-F29A58B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Процесс и политика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421C5-B733-43EE-9223-39940A3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28980-8802-40AA-A73D-BDE52000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4C27D-36DA-4F9B-B3FC-63A7919D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FastAPI / LightGBM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D3D8E-5CE0-417B-9B94-831E4C4B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Исходный код без правок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2B70A-1928-43B5-8619-6A2F876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050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HTTPS /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CF2C5-4B67-459B-8340-D7B748F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050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HTTP, 2.5 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4D180-9DF5-4E59-BB72-011BD8B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82404-8142-4D07-8284-4BFA484F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14E62-C83B-417E-B41E-ECA7103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29460-BC7B-422C-AAF5-4E147A5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14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Заявка, аудит, PDF, оффер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DDCDA-6077-46C5-9C61-6C6BD547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Компания / БКИ</a:t>
            </a:r>
          </a:p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синтетические 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8B635-7E84-42CC-B46F-D09A7EF5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Недоступность ML</a:t>
            </a:r>
          </a:p>
          <a:p xmlns:a="http://schemas.openxmlformats.org/drawingml/2006/main">
            <a: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 ручное рассмотрение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373FC-49F7-4F67-BE52-09D4E86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GitHub Actions → проверки → три образа → изолированный Compose</a:t>
            </a:r>
          </a:p>
        </p:txBody>
      </p:sp>
    </p:spTree>
    <p:extLst>
      <p:ext uri="{BB962C8B-B14F-4D97-AF65-F5344CB8AC3E}">
        <p14:creationId xmlns:p14="http://schemas.microsoft.com/office/powerpoint/2010/main" val="154137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B61AE-1E48-4FD9-B2BF-6DCA5ECC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71299-9151-46D4-9412-F6DB9851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Проверка и границы прототипа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4A81D-8B9B-4D7D-B882-D87684C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Docker Compose · GitHub Actions · HTTPS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EE93A-3138-4875-87FE-387EE75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88C7A-FD25-4A39-8858-02A4472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E4093-2BAC-4480-8E3B-7241B67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81225"/>
            <a:ext cx="785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автотестов, включая</a:t>
            </a:r>
          </a:p>
          <a:p xmlns:a="http://schemas.openxmlformats.org/drawingml/2006/main">
            <a: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интеграцию с реальным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A5D25-2526-4D3E-9A81-8A9C026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Роли и чужие документы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288C9-5DB3-486F-BB5D-ACE24058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Повторная подпись → одна выдача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CF14D-4825-4916-9380-5C5F1C8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Ошибка ML → сохранённая заявка у сотрудника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6790B-EEF9-4B16-AC56-32853BDD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2035"/>
                </a:solidFill>
                <a:latin typeface="Arial"/>
                <a:ea typeface="Arial"/>
                <a:cs typeface="Arial"/>
              </a:rPr>
              <a:t>БКИ, реестры, подпись и перевод денег смоделированы</a:t>
            </a:r>
          </a:p>
        </p:txBody>
      </p:sp>
    </p:spTree>
    <p:extLst>
      <p:ext uri="{BB962C8B-B14F-4D97-AF65-F5344CB8AC3E}">
        <p14:creationId xmlns:p14="http://schemas.microsoft.com/office/powerpoint/2010/main" val="1852646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9DDDD-6193-4082-9671-C52D2DCE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9E93B-92BF-4D94-BE2A-10C0197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Живой показ: заявка → 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C604B-E5D3-4CF0-97B9-57497D99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alpha.srv-node.com · профиль «Пекарня Зерно»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616CF-70B8-4B4D-AF74-4CBD6233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65054-14F3-4617-A5BC-D230F037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Условия → PDF → согласие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7C86-DEDD-47C0-B16F-6CD19D263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52135ffa418d"/>
          <a:stretch xmlns:a="http://schemas.openxmlformats.org/drawingml/2006/main"/>
        </p:blipFill>
        <p:spPr>
          <a:xfrm xmlns:a="http://schemas.openxmlformats.org/drawingml/2006/main">
            <a:off x="609600" y="3248909"/>
            <a:ext cx="5143500" cy="172225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2C93E-3813-4A68-B3F3-39C8DECA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Сохранённая демовыдача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A616A-91C7-4463-BD1B-078B46A16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5576a0f8f4cc0"/>
          <a:stretch xmlns:a="http://schemas.openxmlformats.org/drawingml/2006/main"/>
        </p:blipFill>
        <p:spPr>
          <a:xfrm xmlns:a="http://schemas.openxmlformats.org/drawingml/2006/main">
            <a:off x="6438900" y="2995492"/>
            <a:ext cx="5143500" cy="22290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75EE4-68A3-4970-B3AE-572E318A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Обновление страницы сохраняет результат и историю</a:t>
            </a:r>
          </a:p>
        </p:txBody>
      </p:sp>
    </p:spTree>
    <p:extLst>
      <p:ext uri="{BB962C8B-B14F-4D97-AF65-F5344CB8AC3E}">
        <p14:creationId xmlns:p14="http://schemas.microsoft.com/office/powerpoint/2010/main" val="1350818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A6923-64C5-4D11-8343-F80A6F37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BBC69-3C9C-4650-8BAD-55AB306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Альфа.Поток · ITigers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AB8FA-A64E-4AC5-9717-F43F91A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Следующий шаг: интервью, реальные интеграции и банковская валидация 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E77A5-A117-4BD7-B065-B6603B7A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5C425-540C-4C04-A95C-970BEEE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Клиент знает следующий шаг.</a:t>
            </a:r>
          </a:p>
          <a:p xmlns:a="http://schemas.openxmlformats.org/drawingml/2006/main">
            <a: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Банк видит контекст решения.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67A34-6F02-4392-AE05-0891A33A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Открыть прототип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E0725-23EC-4B6E-BC3A-E277820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alpha.srv-node.com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A187F-8ED9-40F2-ADFB-0DEB571C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github.com/Favck/alfa-smart-credit</a:t>
            </a:r>
          </a:p>
        </p:txBody>
      </p:sp>
    </p:spTree>
    <p:extLst>
      <p:ext uri="{BB962C8B-B14F-4D97-AF65-F5344CB8AC3E}">
        <p14:creationId xmlns:p14="http://schemas.microsoft.com/office/powerpoint/2010/main" val="370662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FA6FA-C607-4820-97CD-942C28E6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9CBBD-DFAA-454F-82D8-7B3CA64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Ограничения исходной ML-модели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514FF-0796-4728-B325-F1D607D5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Приложение · только по вопросам жюри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F3C47-795D-436A-B78D-35B3392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12B22-E3A2-4840-97B6-5EF845C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Синтетическое обучение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959EB-8F59-4961-AF9E-1172AE97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Нет доказательства точности и калибровки на реальных заёмщиках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C86C-D0BC-41AF-A391-BDDDE2E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Фиксированные 22% внутри расчёта риска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2106B-E24E-4B4F-A161-0C8CAC1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Ставки продукта и оффера считаются отдельно в Django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39493-F834-4904-A56B-930D3840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100 − PD — выход модели, не гарантия одобрения</a:t>
            </a:r>
          </a:p>
        </p:txBody>
      </p:sp>
    </p:spTree>
    <p:extLst>
      <p:ext uri="{BB962C8B-B14F-4D97-AF65-F5344CB8AC3E}">
        <p14:creationId xmlns:p14="http://schemas.microsoft.com/office/powerpoint/2010/main" val="14089106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CC15A-D449-4F0D-98D0-CBB1C41F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F3FB-3B05-4ED8-A3C2-D0E02FE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Материалы для самостоятельной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B70EA-0AA6-438C-9A0F-4295343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Приложение · репозиторий публичный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5D5F7-9BC2-4EB6-B822-516D2D3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0228D-1FC6-4ECC-9D95-BC7B890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Запуск и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732F6-2F29-41EE-95D0-549DD47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README + Docker Compose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Swagger + OpenAPI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Коллекция Postman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Синтетические профили и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72B16-7792-479F-821F-8A8849A6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Процесс и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D1D30-278F-4FFF-BFB8-B805D45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00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Архитектура + модель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Состояния + сценарии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Продуктовые гипотезы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Речь, демонстрация и Q&amp;A</a:t>
            </a:r>
          </a:p>
        </p:txBody>
      </p:sp>
    </p:spTree>
    <p:extLst>
      <p:ext uri="{BB962C8B-B14F-4D97-AF65-F5344CB8AC3E}">
        <p14:creationId xmlns:p14="http://schemas.microsoft.com/office/powerpoint/2010/main" val="1637281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2026-10-24T20:47:35.8220000Z</dcterms:created>
  <dcterms:modified xsi:type="dcterms:W3CDTF">2026-10-24T20:47:35.8220000Z</dcterms:modified>
</coreProperties>
</file>